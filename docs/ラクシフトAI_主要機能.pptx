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rakushift-ai-main\images\logo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1280160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29260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主要機能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828800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シフト作成を「ガチャ運」から「データドリブン」へ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784080" y="384048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9784080" y="3840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× クラウド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1234440"/>
            <a:ext cx="12191695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417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1417320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シフト表 — ガントチャート表示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74904" y="1883664"/>
            <a:ext cx="5742432" cy="3236976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12" name="Image 1" descr="C:\Users\user\Desktop\rakushift-ai-main\docs\screenshots\02_shift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20240"/>
            <a:ext cx="5669280" cy="31638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" y="5248656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月間 / 2週間 / 1週間 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の切替で全体感を一目で把握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11480" y="554126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ドラッグ&amp;ドロップ 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で時間帯を直感的に編集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11480" y="583387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メモ・配置理由 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をシフト1コマごとに記録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63640" y="1417320"/>
            <a:ext cx="384048" cy="384048"/>
          </a:xfrm>
          <a:prstGeom prst="ellipse">
            <a:avLst/>
          </a:prstGeom>
          <a:solidFill>
            <a:srgbClr val="4F86F7"/>
          </a:solidFill>
          <a:ln/>
        </p:spPr>
      </p:sp>
      <p:sp>
        <p:nvSpPr>
          <p:cNvPr id="17" name="Text 13"/>
          <p:cNvSpPr/>
          <p:nvPr/>
        </p:nvSpPr>
        <p:spPr>
          <a:xfrm>
            <a:off x="62636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766560" y="1417320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AIシフト自動生成 — 結果プレビュー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227064" y="1883664"/>
            <a:ext cx="5742432" cy="3236976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20" name="Image 2" descr="C:\Users\user\Desktop\rakushift-ai-main\docs\screenshots\06_shift_pre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20240"/>
            <a:ext cx="5669280" cy="31638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63640" y="5248656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生成シフト数・対象日数・配置数・労働時間 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を即時集計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63640" y="554126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希望休・スキル・人件費 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を考慮したMILP最適化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263640" y="583387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保存前に確認 → 確定して保存 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で安全運用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0"/>
          <p:cNvSpPr/>
          <p:nvPr/>
        </p:nvSpPr>
        <p:spPr>
          <a:xfrm>
            <a:off x="457200" y="6263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1691640" y="6263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作成時間削減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3383280" y="6263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3秒</a:t>
            </a:r>
            <a:endParaRPr lang="en-US" sz="2200" dirty="0"/>
          </a:p>
        </p:txBody>
      </p:sp>
      <p:sp>
        <p:nvSpPr>
          <p:cNvPr id="28" name="Text 23"/>
          <p:cNvSpPr/>
          <p:nvPr/>
        </p:nvSpPr>
        <p:spPr>
          <a:xfrm>
            <a:off x="4617720" y="6263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希望休反映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309360" y="6263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24h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7543800" y="6263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クラウド同期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9235440" y="6263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0円</a:t>
            </a:r>
            <a:endParaRPr lang="en-US" sz="2200" dirty="0"/>
          </a:p>
        </p:txBody>
      </p:sp>
      <p:sp>
        <p:nvSpPr>
          <p:cNvPr id="32" name="Text 27"/>
          <p:cNvSpPr/>
          <p:nvPr/>
        </p:nvSpPr>
        <p:spPr>
          <a:xfrm>
            <a:off x="10469880" y="6263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初期費用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ラクシフトAI 主要機能</dc:title>
  <dc:subject>PptxGenJS Presentation</dc:subject>
  <dc:creator>ラクシフトAI</dc:creator>
  <cp:lastModifiedBy>ラクシフトAI</cp:lastModifiedBy>
  <cp:revision>1</cp:revision>
  <dcterms:created xsi:type="dcterms:W3CDTF">2026-05-23T14:05:41Z</dcterms:created>
  <dcterms:modified xsi:type="dcterms:W3CDTF">2026-05-23T14:05:41Z</dcterms:modified>
</cp:coreProperties>
</file>